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03fb022-9087-d1fb-c5a1-f419678fbd7c}">
          <p14:sldIdLst>
            <p14:sldId id="256"/>
            <p14:sldId id="257"/>
            <p14:sldId id="258"/>
            <p14:sldId id="259"/>
          </p14:sldIdLst>
        </p14:section>
        <p14:section name="Identity and access" id="{f97e0c09-3556-b4cf-2767-8ffec2aa440f}">
          <p14:sldIdLst>
            <p14:sldId id="260"/>
            <p14:sldId id="261"/>
          </p14:sldIdLst>
        </p14:section>
        <p14:section name="Endpoint and workload" id="{7e14017d-bc95-b596-7d49-051fa7382eb5}">
          <p14:sldIdLst>
            <p14:sldId id="262"/>
            <p14:sldId id="263"/>
          </p14:sldIdLst>
        </p14:section>
        <p14:section name="Network and boundary" id="{b5a24a79-284e-aa39-f36e-3566c6199faa}">
          <p14:sldIdLst>
            <p14:sldId id="264"/>
            <p14:sldId id="265"/>
          </p14:sldIdLst>
        </p14:section>
        <p14:section name="Data protection" id="{c7b46240-fbf0-d845-4a72-5351092d04b5}">
          <p14:sldIdLst>
            <p14:sldId id="266"/>
            <p14:sldId id="267"/>
          </p14:sldIdLst>
        </p14:section>
        <p14:section name="Detection and response" id="{b1197866-a201-d873-ab55-7974f41c0d38}">
          <p14:sldIdLst>
            <p14:sldId id="268"/>
            <p14:sldId id="269"/>
          </p14:sldIdLst>
        </p14:section>
        <p14:section name="Feedback" id="{c06557e6-8ea5-9f41-48df-4619bee4bc5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protected by segmentation: Workload subnets with a network security group or a route through the firewall.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Managed disks encrypted with platform or customer managed keys. Safe Links scanning on mail, Teams and Office: At least one Safe Links policy covers mail, Teams and Office. Safe Attachments blocking malicious files: At least one enabled Safe Attachments policy blocks or replaces malicious attachments.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across the resource estate: Eligible resources on a Standard Defender for Cloud plan. Subscription plan configuration, estimated. Domain controller telemetry collected continuously: Domain controller security events arriving in the workspace. Alerts closed with a documented disposition: Alerts closed in the last 30 days that carry a classification and a closing comment. Defender for Identity sensors healthy on domain controllers: Sensors reporting healthy, of sensors registered.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Analytics rules enabled in Sentinel: Enabled analytics rules across all workspaces. Threat intelligence indicators ingested tenant-wide: Threat intelligence indicators available for matching in the workspace.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12,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protected by segmentation"/>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Workload subnets protected by segmentation</a:t>
            </a:r>
            <a:endParaRPr lang="en-US" sz="1400" dirty="0"/>
          </a:p>
          <a:p>
            <a:pPr indent="0" marL="0">
              <a:spcBef>
                <a:spcPts val="500"/>
              </a:spcBef>
              <a:buNone/>
            </a:pPr>
            <a:r>
              <a:rPr lang="en-US" sz="1200" dirty="0">
                <a:solidFill>
                  <a:schemeClr val="accent6"/>
                </a:solidFill>
              </a:rPr>
              <a:t>Workload subnets with a network security group or a route through the firewall.</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Managed disks encrypted with platform or customer managed keys.</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scanning on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scanning on mail, Teams and Office</a:t>
            </a:r>
            <a:endParaRPr lang="en-US" sz="1400" dirty="0"/>
          </a:p>
          <a:p>
            <a:pPr indent="0" marL="0">
              <a:spcBef>
                <a:spcPts val="500"/>
              </a:spcBef>
              <a:buNone/>
            </a:pPr>
            <a:r>
              <a:rPr lang="en-US" sz="1200" dirty="0">
                <a:solidFill>
                  <a:schemeClr val="accent6"/>
                </a:solidFill>
              </a:rPr>
              <a:t>At least one Safe Links policy covers mail, Teams and Office.</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blocking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blocking malicious files</a:t>
            </a:r>
            <a:endParaRPr lang="en-US" sz="1400" dirty="0"/>
          </a:p>
          <a:p>
            <a:pPr indent="0" marL="0">
              <a:spcBef>
                <a:spcPts val="500"/>
              </a:spcBef>
              <a:buNone/>
            </a:pPr>
            <a:r>
              <a:rPr lang="en-US" sz="1200" dirty="0">
                <a:solidFill>
                  <a:schemeClr val="accent6"/>
                </a:solidFill>
              </a:rPr>
              <a:t>At least one enabled Safe Attachments policy blocks or replaces malicious attachments.</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across the resource est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across the resource estate</a:t>
            </a:r>
            <a:endParaRPr lang="en-US" sz="1400" dirty="0"/>
          </a:p>
          <a:p>
            <a:pPr indent="0" marL="0">
              <a:spcBef>
                <a:spcPts val="500"/>
              </a:spcBef>
              <a:buNone/>
            </a:pPr>
            <a:r>
              <a:rPr lang="en-US" sz="1200" dirty="0">
                <a:solidFill>
                  <a:schemeClr val="accent6"/>
                </a:solidFill>
              </a:rPr>
              <a:t>Eligible resources on a Standard Defender for Cloud plan. Subscription plan configuration, estimated.</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Domain controller telemetry collected continuously"/>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lerts closed with a documented disposition"/>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Defender for Identity sensors healthy on domain controller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677924"/>
          </a:xfrm>
          <a:prstGeom prst="roundRect">
            <a:avLst>
              <a:gd name="adj" fmla="val 436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nalytics rules enabled in Sentinel"/>
          <p:cNvSpPr txBox="1"/>
          <p:nvPr/>
        </p:nvSpPr>
        <p:spPr>
          <a:xfrm>
            <a:off x="1371600" y="1783080"/>
            <a:ext cx="2527706" cy="138531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Sentinel</a:t>
            </a:r>
            <a:endParaRPr lang="en-US" sz="1400" dirty="0"/>
          </a:p>
          <a:p>
            <a:pPr indent="0" marL="0">
              <a:spcBef>
                <a:spcPts val="500"/>
              </a:spcBef>
              <a:buNone/>
            </a:pPr>
            <a:r>
              <a:rPr lang="en-US" sz="1200" dirty="0">
                <a:solidFill>
                  <a:schemeClr val="accent6"/>
                </a:solidFill>
              </a:rPr>
              <a:t>Enabled analytics rules across all workspaces.</a:t>
            </a:r>
            <a:endParaRPr lang="en-US" sz="1400" dirty="0"/>
          </a:p>
        </p:txBody>
      </p:sp>
      <p:sp>
        <p:nvSpPr>
          <p:cNvPr id="7" name="D2 card"/>
          <p:cNvSpPr/>
          <p:nvPr/>
        </p:nvSpPr>
        <p:spPr>
          <a:xfrm>
            <a:off x="4338218" y="1600200"/>
            <a:ext cx="3515258" cy="1677924"/>
          </a:xfrm>
          <a:prstGeom prst="roundRect">
            <a:avLst>
              <a:gd name="adj" fmla="val 436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Threat intelligence indicators ingested tenant-wide"/>
          <p:cNvSpPr txBox="1"/>
          <p:nvPr/>
        </p:nvSpPr>
        <p:spPr>
          <a:xfrm>
            <a:off x="5161178" y="1783080"/>
            <a:ext cx="2527706" cy="138531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0" name="D3 card"/>
          <p:cNvSpPr/>
          <p:nvPr/>
        </p:nvSpPr>
        <p:spPr>
          <a:xfrm>
            <a:off x="8127797" y="1600200"/>
            <a:ext cx="3515258" cy="1677924"/>
          </a:xfrm>
          <a:prstGeom prst="roundRect">
            <a:avLst>
              <a:gd name="adj" fmla="val 436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38531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2026-10-14T14:13:11Z</dcterms:created>
  <dcterms:modified xsi:type="dcterms:W3CDTF">2026-10-14T14:13:11Z</dcterms:modified>
</cp:coreProperties>
</file>